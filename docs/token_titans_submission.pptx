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Google Sans Flex Medium"/>
      <p:regular r:id="rId21"/>
      <p:bold r:id="rId22"/>
    </p:embeddedFont>
    <p:embeddedFont>
      <p:font typeface="Google Sans Flex"/>
      <p:regular r:id="rId23"/>
      <p:bold r:id="rId24"/>
    </p:embeddedFont>
    <p:embeddedFont>
      <p:font typeface="Google Sans Flex SemiBold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gZLUzjE2HuXCl8tJC5Ps8tdFak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bold.fntdata"/><Relationship Id="rId21" Type="http://schemas.openxmlformats.org/officeDocument/2006/relationships/font" Target="fonts/GoogleSansFlexMedium-regular.fntdata"/><Relationship Id="rId24" Type="http://schemas.openxmlformats.org/officeDocument/2006/relationships/font" Target="fonts/GoogleSansFlex-bold.fntdata"/><Relationship Id="rId23" Type="http://schemas.openxmlformats.org/officeDocument/2006/relationships/font" Target="fonts/GoogleSansFlex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bold.fntdata"/><Relationship Id="rId25" Type="http://schemas.openxmlformats.org/officeDocument/2006/relationships/font" Target="fonts/GoogleSansFlexSemiBold-regular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Google Sans Flex"/>
              <a:buAutoNum type="alphaL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Team name: Token Titans</a:t>
            </a:r>
            <a:endParaRPr b="0" i="0" sz="1600" u="none" cap="none" strike="noStrike">
              <a:solidFill>
                <a:srgbClr val="00000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Google Sans Flex"/>
              <a:buAutoNum type="alphaL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Team leader name: Gihan Ubayawardana</a:t>
            </a:r>
            <a:endParaRPr b="0" i="0" sz="1600" u="none" cap="none" strike="noStrike">
              <a:solidFill>
                <a:srgbClr val="00000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Google Sans Flex"/>
              <a:buAutoNum type="alphaL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Problem Statement: Teachers can see what students got wrong, but not easily why.Manually reviewing handwritten mathematics work is time-consuming, and identifying common misconceptions across a class requires additional effort. Without timely, actionable insights, teachers struggle to deliver targeted support to students.</a:t>
            </a:r>
            <a:endParaRPr b="0" i="0" sz="1600" u="none" cap="none" strike="noStrike">
              <a:solidFill>
                <a:srgbClr val="00000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" title="Frame 14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6651" y="2751424"/>
            <a:ext cx="1778674" cy="90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3" title="Group 42731997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ClassLens is an AI-powered teaching assistant that transforms handwritten mathematics worksheets into meaningful learning insights.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Using Google Gemini's multimodal AI, ClassLens analyses students' handwritten solutions, identifies mathematical errors, understands the reasoning behind mistakes, and detects underlying misconceptions.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Rather than simply marking answers as right or wrong, ClassLens identifies common learning gaps across the entire class and recommends targeted teaching interventions.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By combining AI-powered reasoning with mathematical verification and teacher oversight, ClassLens helps educators reduce manual marking effort, understand how students think, and make data-driven teaching decisions.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Our vision: Move beyond marking answers to understanding how every student learns.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65" name="Google Shape;65;p3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3425" y="4432200"/>
            <a:ext cx="1260723" cy="63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4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265350" y="663825"/>
            <a:ext cx="8943000" cy="4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is ClassLens different from existing solutions?</a:t>
            </a:r>
            <a:endParaRPr b="1"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Most digital marking tools focus on grading and identifying incorrect answers. ClassLens goes beyond traditional marking by analysing handwritten mathematical reasoning, identifying underlying misconceptions, and transforming individual mistakes into class-wide learning insights.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does ClassLens solve the problem?</a:t>
            </a:r>
            <a:endParaRPr b="1"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- Analyses handwritten mathematics worksheets using Gemini multimodal AI.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- Identifies mathematical errors and misconceptions in students' reasoning.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- Uses mathematical verification to improve diagnostic reliability.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- Detects recurring learning gaps across the entire class.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- Recommends targeted teaching interventions to help teachers address common misconceptions.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Unique Selling Proposition (USP)</a:t>
            </a:r>
            <a:endParaRPr b="1"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“Beyond marking answers — understanding how students think.”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ClassLens combines handwriting understanding, misconception diagnosis, and class-level teaching intelligence in a single platform.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Instead of reviewing 30 worksheets individually, teachers receive a consolidated view of student learning gaps and actionable recommendations on what to teach next.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2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Features Offered by ClassLens</a:t>
            </a:r>
            <a:endParaRPr sz="12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2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2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1. Handwritten Worksheet Analysis – Uses Gemini multimodal AI to interpret handwritten mathematics solutions and student reasoning.</a:t>
            </a:r>
            <a:endParaRPr sz="12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2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2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2. AI-Powered Misconception Detection – Identifies mathematical errors, incorrect reasoning steps, and underlying learning gaps.</a:t>
            </a:r>
            <a:endParaRPr sz="12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2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2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3. Mathematical Verification – Integrates SymPy to verify mathematical calculations and improve the reliability of AI-generated diagnoses.</a:t>
            </a:r>
            <a:endParaRPr sz="12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2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2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4. Class-Level Learning Insights – Aggregates individual student results to identify recurring misconceptions and common learning difficulties.</a:t>
            </a:r>
            <a:endParaRPr sz="12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2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2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5. Personalised Student Feedback – Provides student-specific diagnostic feedback explaining errors and areas for improvement.</a:t>
            </a:r>
            <a:endParaRPr sz="12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2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2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6. AI-Recommended Teaching Interventions – Suggests targeted teaching strategies and follow-up activities based on identified learning gaps.</a:t>
            </a:r>
            <a:endParaRPr sz="12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2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2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7. Teacher Review and Oversight – Allows teachers to review AI-generated findings and retain control over final decisions.</a:t>
            </a:r>
            <a:endParaRPr sz="12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2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2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8. Assessment Management Dashboard – Enables teachers to create assessments, upload student worksheets, monitor analysis progress, and review results.</a:t>
            </a:r>
            <a:endParaRPr sz="12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6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0713" y="507349"/>
            <a:ext cx="6879287" cy="458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7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1000" y="562560"/>
            <a:ext cx="6389572" cy="4259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8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9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0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1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2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3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4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 Flex Medium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 b="0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 Flex Medium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 b="0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 Flex Medium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 b="0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 title="Frame 14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